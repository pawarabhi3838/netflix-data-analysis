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C006-134E-69D7-AE2E-5C011B1FEC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Movie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43627-DA1D-6A09-62A3-47117B0CA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Data Analysis Project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E49B8-E5EF-B3B7-C4D8-9FE9878BB1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58" y="1030288"/>
            <a:ext cx="5711483" cy="1739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6CEED1-F001-0352-F227-5CB9FE8F60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559" r="4323" b="24051"/>
          <a:stretch>
            <a:fillRect/>
          </a:stretch>
        </p:blipFill>
        <p:spPr>
          <a:xfrm>
            <a:off x="4144311" y="4087367"/>
            <a:ext cx="3664665" cy="108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11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DAED76B-69FC-BC4F-7CE7-028A3DD30676}"/>
              </a:ext>
            </a:extLst>
          </p:cNvPr>
          <p:cNvGrpSpPr/>
          <p:nvPr/>
        </p:nvGrpSpPr>
        <p:grpSpPr>
          <a:xfrm>
            <a:off x="649224" y="879903"/>
            <a:ext cx="11000232" cy="4854136"/>
            <a:chOff x="1508760" y="874135"/>
            <a:chExt cx="9165103" cy="403771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218975D-DB74-E722-91E0-56FF3020B3D4}"/>
                </a:ext>
              </a:extLst>
            </p:cNvPr>
            <p:cNvSpPr/>
            <p:nvPr/>
          </p:nvSpPr>
          <p:spPr>
            <a:xfrm>
              <a:off x="3895769" y="874135"/>
              <a:ext cx="4682006" cy="415596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Leelawadee" panose="020B0502040204020203" pitchFamily="34" charset="-34"/>
                  <a:cs typeface="Leelawadee" panose="020B0502040204020203" pitchFamily="34" charset="-34"/>
                </a:rPr>
                <a:t>Netflix Movie Data Analysis Project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3C844F-1BEE-4B21-2EC1-0DB0C0CE32C3}"/>
                </a:ext>
              </a:extLst>
            </p:cNvPr>
            <p:cNvSpPr txBox="1"/>
            <p:nvPr/>
          </p:nvSpPr>
          <p:spPr>
            <a:xfrm>
              <a:off x="4316584" y="1451313"/>
              <a:ext cx="3678701" cy="2611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Netflix, founded on August 29, 1997, in Scotts Valley, California, by Reed Hastings and Marc Randolph, began as a DVD-by-mail service. Hastings, a computer scientist and mathematician, co-founded the company after being inspired by a hefty late fee from a traditional video rental store. Randolph, a marketing executive, played a pivotal role in shaping Netflix's early user interface and branding.</a:t>
              </a:r>
              <a:endParaRPr lang="en-IN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3CC6A6-34F2-1F99-FFFC-6954974EA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8760" y="1365842"/>
              <a:ext cx="2807824" cy="170412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A64F86B-5416-D164-E723-C6BBAB30D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5285" y="1365842"/>
              <a:ext cx="2678578" cy="25717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2B6427F-2703-3708-E058-13D7639AE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0146" y="3025745"/>
              <a:ext cx="2829163" cy="1886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760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6DB5D2-AC42-91BA-5B87-AF9F1DA57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33" y="658368"/>
            <a:ext cx="10307241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6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E090A7-3BE2-C085-5E33-146DA6F44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00" y="667512"/>
            <a:ext cx="10985592" cy="508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5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BB3CD-3B2E-BD30-7736-56F0534A5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88" y="475488"/>
            <a:ext cx="10177508" cy="551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80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5FEBCE-D7AC-542A-B845-BEECB2E69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76" y="832060"/>
            <a:ext cx="11371448" cy="519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8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CDF7C6-52F0-B3FB-7DFC-88B68ECCF24E}"/>
              </a:ext>
            </a:extLst>
          </p:cNvPr>
          <p:cNvSpPr txBox="1"/>
          <p:nvPr/>
        </p:nvSpPr>
        <p:spPr>
          <a:xfrm>
            <a:off x="2093976" y="1947672"/>
            <a:ext cx="758037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atin typeface="Gill Sans MT" panose="020B05020201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689448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10</TotalTime>
  <Words>86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Gill Sans MT</vt:lpstr>
      <vt:lpstr>Leelawadee</vt:lpstr>
      <vt:lpstr>Rockwell</vt:lpstr>
      <vt:lpstr>Damask</vt:lpstr>
      <vt:lpstr>Movie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Pawar</dc:creator>
  <cp:lastModifiedBy>Abhishek Pawar</cp:lastModifiedBy>
  <cp:revision>1</cp:revision>
  <dcterms:created xsi:type="dcterms:W3CDTF">2026-07-01T13:56:02Z</dcterms:created>
  <dcterms:modified xsi:type="dcterms:W3CDTF">2026-07-01T14:06:45Z</dcterms:modified>
</cp:coreProperties>
</file>